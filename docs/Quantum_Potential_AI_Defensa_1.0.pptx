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e1295d77444318" /><Relationship Type="http://schemas.openxmlformats.org/officeDocument/2006/relationships/extended-properties" Target="/docProps/app.xml" Id="Racedcb0bea304758" /><Relationship Type="http://schemas.openxmlformats.org/officeDocument/2006/relationships/officeDocument" Target="/ppt/presentation.xml" Id="Ref6f9ffdbbd641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b14d74a3149af"/>
  </p:sldMasterIdLst>
  <p:notesMasterIdLst>
    <p:notesMasterId xmlns:r="http://schemas.openxmlformats.org/officeDocument/2006/relationships" r:id="R603244e8a59740e5"/>
  </p:notesMasterIdLst>
  <p:sldIdLst>
    <p:sldId xmlns:r="http://schemas.openxmlformats.org/officeDocument/2006/relationships" id="256" r:id="R1b248920efb44511"/>
    <p:sldId xmlns:r="http://schemas.openxmlformats.org/officeDocument/2006/relationships" id="257" r:id="R705eda25fe714e44"/>
    <p:sldId xmlns:r="http://schemas.openxmlformats.org/officeDocument/2006/relationships" id="258" r:id="R45db53e7685a4521"/>
    <p:sldId xmlns:r="http://schemas.openxmlformats.org/officeDocument/2006/relationships" id="259" r:id="R908f76f4c9c54db7"/>
    <p:sldId xmlns:r="http://schemas.openxmlformats.org/officeDocument/2006/relationships" id="260" r:id="R5a84032493cd4cdd"/>
    <p:sldId xmlns:r="http://schemas.openxmlformats.org/officeDocument/2006/relationships" id="261" r:id="R6cdf7e9cb13b4c7f"/>
    <p:sldId xmlns:r="http://schemas.openxmlformats.org/officeDocument/2006/relationships" id="262" r:id="R2acbdde240fb4e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df5ef97184c79" /><Relationship Type="http://schemas.openxmlformats.org/officeDocument/2006/relationships/slideMaster" Target="/ppt/slideMasters/slideMaster1.xml" Id="Rfd7b14d74a3149af" /><Relationship Type="http://schemas.openxmlformats.org/officeDocument/2006/relationships/notesMaster" Target="/ppt/notesMasters/notesMaster1.xml" Id="R603244e8a59740e5" /><Relationship Type="http://schemas.openxmlformats.org/officeDocument/2006/relationships/presProps" Target="/ppt/presProps.xml" Id="R09d84e151d774282" /><Relationship Type="http://schemas.openxmlformats.org/officeDocument/2006/relationships/tableStyles" Target="/ppt/tableStyles.xml" Id="R2425886b1bdd4f91" /><Relationship Type="http://schemas.openxmlformats.org/officeDocument/2006/relationships/slide" Target="/ppt/slides/slide1.xml" Id="R1b248920efb44511" /><Relationship Type="http://schemas.openxmlformats.org/officeDocument/2006/relationships/slide" Target="/ppt/slides/slide2.xml" Id="R705eda25fe714e44" /><Relationship Type="http://schemas.openxmlformats.org/officeDocument/2006/relationships/slide" Target="/ppt/slides/slide3.xml" Id="R45db53e7685a4521" /><Relationship Type="http://schemas.openxmlformats.org/officeDocument/2006/relationships/slide" Target="/ppt/slides/slide4.xml" Id="R908f76f4c9c54db7" /><Relationship Type="http://schemas.openxmlformats.org/officeDocument/2006/relationships/slide" Target="/ppt/slides/slide5.xml" Id="R5a84032493cd4cdd" /><Relationship Type="http://schemas.openxmlformats.org/officeDocument/2006/relationships/slide" Target="/ppt/slides/slide6.xml" Id="R6cdf7e9cb13b4c7f" /><Relationship Type="http://schemas.openxmlformats.org/officeDocument/2006/relationships/slide" Target="/ppt/slides/slide7.xml" Id="R2acbdde240fb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82ce94111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217480274417f" /><Relationship Type="http://schemas.openxmlformats.org/officeDocument/2006/relationships/notesMaster" Target="/ppt/notesMasters/notesMaster1.xml" Id="R774cc0d084ff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24649938234df3" /><Relationship Type="http://schemas.openxmlformats.org/officeDocument/2006/relationships/notesMaster" Target="/ppt/notesMasters/notesMaster1.xml" Id="R4638c9322075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a9dd2bbc34941" /><Relationship Type="http://schemas.openxmlformats.org/officeDocument/2006/relationships/notesMaster" Target="/ppt/notesMasters/notesMaster1.xml" Id="Rfffaf96553c948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5e7e2930f452d" /><Relationship Type="http://schemas.openxmlformats.org/officeDocument/2006/relationships/notesMaster" Target="/ppt/notesMasters/notesMaster1.xml" Id="R3206a620d77a47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b4cebe5fc49e5" /><Relationship Type="http://schemas.openxmlformats.org/officeDocument/2006/relationships/notesMaster" Target="/ppt/notesMasters/notesMaster1.xml" Id="R56291b07bbfe43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ba721ffcd94350" /><Relationship Type="http://schemas.openxmlformats.org/officeDocument/2006/relationships/notesMaster" Target="/ppt/notesMasters/notesMaster1.xml" Id="Rd6abb259d7b7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18b6716da04e62" /><Relationship Type="http://schemas.openxmlformats.org/officeDocument/2006/relationships/notesMaster" Target="/ppt/notesMasters/notesMaster1.xml" Id="Rb96076f3a5f4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7fa138b14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eff2e5e364aa5" /><Relationship Type="http://schemas.openxmlformats.org/officeDocument/2006/relationships/slideLayout" Target="/ppt/slideLayouts/slideLayout1.xml" Id="Re865158cb0194c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65158cb019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34078091f4524" /><Relationship Type="http://schemas.openxmlformats.org/officeDocument/2006/relationships/image" Target="/ppt/media/image.png" Id="R0f30d5cc9556467a" /><Relationship Type="http://schemas.openxmlformats.org/officeDocument/2006/relationships/notesSlide" Target="/ppt/notesSlides/notesSlide1.xml" Id="R5106e24d38484a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9806a06fe4aac" /><Relationship Type="http://schemas.openxmlformats.org/officeDocument/2006/relationships/notesSlide" Target="/ppt/notesSlides/notesSlide2.xml" Id="R30b4169624b1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fcc2ae7fd4f42" /><Relationship Type="http://schemas.openxmlformats.org/officeDocument/2006/relationships/image" Target="/ppt/media/image2.png" Id="R9c2309e906364ebb" /><Relationship Type="http://schemas.openxmlformats.org/officeDocument/2006/relationships/notesSlide" Target="/ppt/notesSlides/notesSlide3.xml" Id="R019f973f5f50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5c9727a7747e2" /><Relationship Type="http://schemas.openxmlformats.org/officeDocument/2006/relationships/image" Target="/ppt/media/image3.png" Id="R20111e3ddb684e9e" /><Relationship Type="http://schemas.openxmlformats.org/officeDocument/2006/relationships/image" Target="/ppt/media/image4.png" Id="Rf92a672809e74f16" /><Relationship Type="http://schemas.openxmlformats.org/officeDocument/2006/relationships/notesSlide" Target="/ppt/notesSlides/notesSlide4.xml" Id="R23eea71e50114f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df44559934031" /><Relationship Type="http://schemas.openxmlformats.org/officeDocument/2006/relationships/image" Target="/ppt/media/image5.png" Id="Rae91a73752384b9d" /><Relationship Type="http://schemas.openxmlformats.org/officeDocument/2006/relationships/notesSlide" Target="/ppt/notesSlides/notesSlide5.xml" Id="Rceed4a8c8ba9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3f17d6a244297" /><Relationship Type="http://schemas.openxmlformats.org/officeDocument/2006/relationships/notesSlide" Target="/ppt/notesSlides/notesSlide6.xml" Id="Ra632956e62044d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22845cc12407f" /><Relationship Type="http://schemas.openxmlformats.org/officeDocument/2006/relationships/notesSlide" Target="/ppt/notesSlides/notesSlide7.xml" Id="R09d1361a25aa48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72FF-58BC-46F0-906E-3C2EB277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QUANTUM POTENTIAL AI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70F7-B21C-4880-83AF-55DCB4D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91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514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 geometría debe aportar criterio físico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FD337-D8B2-4808-9CB2-A1ECB642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Diseño paramétrico, solver verificable y exportación certificada a COMSOL 5.6.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EDF58-2B31-4909-AD37-EB8230C3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"/>
            <a:ext cx="550545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0d5cc9556467a"/>
          <a:stretch xmlns:a="http://schemas.openxmlformats.org/drawingml/2006/main"/>
        </p:blipFill>
        <p:spPr>
          <a:xfrm xmlns:a="http://schemas.openxmlformats.org/drawingml/2006/main">
            <a:off x="6305550" y="2106222"/>
            <a:ext cx="5200650" cy="23407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12256-8CED-41CB-BC08-F888F01B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Proyecto de materia · versión reproducible</a:t>
            </a:r>
          </a:p>
        </p:txBody>
      </p:sp>
    </p:spTree>
    <p:extLst>
      <p:ext uri="{BB962C8B-B14F-4D97-AF65-F5344CB8AC3E}">
        <p14:creationId xmlns:p14="http://schemas.microsoft.com/office/powerpoint/2010/main" val="1567236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0395635-BDD2-44BC-8253-6E1E0EC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3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 pregunta correcta es qué detalle geométrico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EFC04-42FE-4BE9-A32B-E007471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E80A-EFFA-498F-BDB8-7F7C804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Es: ¿cuál es la geometría más simple que conserva los observables del estudio?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B238-BAB4-400F-87DA-BEB72757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908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7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B37D1-FDAB-4BF3-9E82-562C3B3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7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EB21E-179F-455F-9C2D-7990CBEC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7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C9218-ADAC-47FD-B2BB-63E10C6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72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02391-034F-49FB-ACFB-CF910EA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981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0821-340A-40D1-BEB0-CA9A2AA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Descripción</a:t>
            </a:r>
          </a:p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 imagen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4CC1F-4523-4892-8828-DF3515D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El agente interpreta</a:t>
            </a:r>
          </a:p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la geometría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A1448-4E2C-470E-AAB7-71EEB949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981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1AB1-270C-409A-B2E6-ED6383E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Design 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EA8C0-C69F-453A-B70B-5DB0E4E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Parámetros con</a:t>
            </a:r>
          </a:p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unidades y límites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7D89F-F2A6-4A2F-A391-173F331C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981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2DD5-7F74-47D2-A31A-836537E9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Verificación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00919-7BDD-4B77-A903-A654FC8B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242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0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Render, convergencia</a:t>
            </a:r>
          </a:p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y objetivo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37621-AE05-4DDE-B70D-43BF558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1981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62A38-B043-4E84-BFA2-353CCA0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1937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63A40-A658-489C-BB3D-F11E64B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Estados, residuos</a:t>
            </a:r>
          </a:p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y sensibilidad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6FBE7-6CE0-443C-A966-7A26F4B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1981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51754-9737-428E-8931-9E2DC1D6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1937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83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COMSOL 5.6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C354D-2132-4E3C-B020-12279108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242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Mismo potencial,</a:t>
            </a:r>
          </a:p>
          <a:p xmlns:a="http://schemas.openxmlformats.org/drawingml/2006/main">
            <a:pPr algn="ctr">
              <a:def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comparación 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42DA6-5E03-48FA-8A74-904F46CC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 IA propone e interpreta; los chequeos científicos son deterministas.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74213-EBC3-476F-A2B9-1D90B72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Una geometría sólo se acepta cuando su solver converge y el error frente a la referencia queda dentro de la tolerancia elegida.</a:t>
            </a:r>
          </a:p>
        </p:txBody>
      </p:sp>
    </p:spTree>
    <p:extLst>
      <p:ext uri="{BB962C8B-B14F-4D97-AF65-F5344CB8AC3E}">
        <p14:creationId xmlns:p14="http://schemas.microsoft.com/office/powerpoint/2010/main" val="1666298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8021CD5-714C-4187-A5C3-C7DBA2C4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El criterio evita usar detalle geométrico que no cambia la 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9EEFF-A890-4DD5-AE1C-384B773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309e906364ebb"/>
          <a:stretch xmlns:a="http://schemas.openxmlformats.org/drawingml/2006/main"/>
        </p:blipFill>
        <p:spPr>
          <a:xfrm xmlns:a="http://schemas.openxmlformats.org/drawingml/2006/main">
            <a:off x="495300" y="1087016"/>
            <a:ext cx="11201400" cy="45696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20993-8BFC-429E-B72D-66E5690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43AC-5E94-48D1-9B46-996C0F4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Resultado: la elipse basta para los niveles (error máximo 1,12%); la superelipse se conserva si interesan separaciones finas.</a:t>
            </a:r>
          </a:p>
        </p:txBody>
      </p:sp>
    </p:spTree>
    <p:extLst>
      <p:ext uri="{BB962C8B-B14F-4D97-AF65-F5344CB8AC3E}">
        <p14:creationId xmlns:p14="http://schemas.microsoft.com/office/powerpoint/2010/main" val="926298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DBAC2EF-6B39-42F7-9047-C9EFB4D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Tres picos dentro de una sola cuenca de confinamiento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29816-BDB8-4F5D-8ECA-7FC2BB6A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A3921-41A8-49A8-8129-23B838A3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Imagen de referencia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A279-6BC9-44A3-A1C3-E3FCF38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11e3ddb684e9e"/>
          <a:stretch xmlns:a="http://schemas.openxmlformats.org/drawingml/2006/main"/>
        </p:blipFill>
        <p:spPr>
          <a:xfrm xmlns:a="http://schemas.openxmlformats.org/drawingml/2006/main">
            <a:off x="666750" y="1844612"/>
            <a:ext cx="2209800" cy="19114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7DC23-BCD6-4698-A771-F3E956EA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6B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6B4C"/>
                </a:solidFill>
                <a:latin typeface="Helvetica Neue"/>
                <a:ea typeface="Helvetica Neue"/>
                <a:cs typeface="Helvetica Neue"/>
              </a:rPr>
              <a:t>No son tres puntos independientes.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6BA30-9056-4583-85BA-59B3763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43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Modelo paramétrico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a672809e74f16"/>
          <a:stretch xmlns:a="http://schemas.openxmlformats.org/drawingml/2006/main"/>
        </p:blipFill>
        <p:spPr>
          <a:xfrm xmlns:a="http://schemas.openxmlformats.org/drawingml/2006/main">
            <a:off x="3429000" y="1563688"/>
            <a:ext cx="8267700" cy="3444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24304-BD4D-4C17-8808-DF957F97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Un pozo común alargado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91547-9233-4184-8227-CAE0386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+ tres protuberancias positivas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864EE-705B-4BED-9760-BE07642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7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+ depresión alrededor del pico central</a:t>
            </a:r>
          </a:p>
        </p:txBody>
      </p:sp>
    </p:spTree>
    <p:extLst>
      <p:ext uri="{BB962C8B-B14F-4D97-AF65-F5344CB8AC3E}">
        <p14:creationId xmlns:p14="http://schemas.microsoft.com/office/powerpoint/2010/main" val="1400002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3A33268-1505-43DA-84F8-8205BEA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4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El modelo produce estados ligados y localización físicamente interpretables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39DC5-ED04-425D-99E3-FBC5D4FD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1a73752384b9d"/>
          <a:stretch xmlns:a="http://schemas.openxmlformats.org/drawingml/2006/main"/>
        </p:blipFill>
        <p:spPr>
          <a:xfrm xmlns:a="http://schemas.openxmlformats.org/drawingml/2006/main">
            <a:off x="696383" y="1047750"/>
            <a:ext cx="6379633" cy="5219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6352-2481-470E-8B97-C645995D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09700"/>
            <a:ext cx="3676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CC370-7D77-4D92-A75B-66B5120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6 estados ligados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9DE4-7B2F-441C-8D2A-E347262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−92,41 a −52,58 meV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5B2D7-AD58-4BCB-89FE-A869377F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3676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352C1-6F65-4EF1-BEC7-FC09FCF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&lt; 1,7 × 10⁻¹⁵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3C13C-2351-4BF7-A1F1-3C5CAE7D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residuo máximo del eigensolver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BFACD-C58D-4D04-A695-91275826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3676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D56D2-2B23-441A-886A-86D9E46A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&lt; 0,1%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F4DC7-2122-4153-9E4B-D2A56E95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9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probabilidad en la franja exterior</a:t>
            </a:r>
          </a:p>
        </p:txBody>
      </p:sp>
    </p:spTree>
    <p:extLst>
      <p:ext uri="{BB962C8B-B14F-4D97-AF65-F5344CB8AC3E}">
        <p14:creationId xmlns:p14="http://schemas.microsoft.com/office/powerpoint/2010/main" val="336983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BC71D52-B240-4D26-AC0B-303952F8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3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 entrega está verificada en Python y COMSOL 5.6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8890-680E-4DA6-B034-E9D8D9ED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B9F8F-0200-4452-87F1-9EE9FFB9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La validación externa comprueba geometría, masa efectiva, potencial por dominio, estudio y eigenvalores; no sólo que el archivo abra.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551DF-2F16-468D-B46B-2BECB8F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486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50A73-41E2-4031-9780-BC2CE554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11/11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7C88A-5428-4C0E-BBA2-CD2F288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casos COMSOL 5.6</a:t>
            </a:r>
          </a:p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aprobados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EA357-511C-42B1-91A3-7151CAE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486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026AA-DB96-489F-8009-3B46DE6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0,224%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1AD95-704D-4821-8AED-4B635F18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error máximo del</a:t>
            </a:r>
          </a:p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caso de tres picos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43E55-A883-4B93-B20C-0A7C9DC8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486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40C94-B3A0-48A9-AB0B-B5B0D59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4BD8A-DAEE-4D2B-87E9-2C63A8E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pruebas automáticas</a:t>
            </a:r>
          </a:p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en la entrega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634F0-EBD0-4D2C-9DE6-6349E123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CI: Python 3.10–3.13 · backend CPU portable · GPU no requerida · fallos críticos explícitos</a:t>
            </a:r>
          </a:p>
        </p:txBody>
      </p:sp>
    </p:spTree>
    <p:extLst>
      <p:ext uri="{BB962C8B-B14F-4D97-AF65-F5344CB8AC3E}">
        <p14:creationId xmlns:p14="http://schemas.microsoft.com/office/powerpoint/2010/main" val="728168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EDCD279-B2BE-4552-A3C5-8C30BA0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 prueba en vivo es directa y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6A77F-6312-4C13-B768-A35A60AD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436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1586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74E61-A922-45D5-8CEA-9A5EF0A2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705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CA8FD-928A-4E90-85E1-81766B5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1722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python -m venv .venv</a:t>
            </a:r>
          </a:p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.venv\Scripts\activate</a:t>
            </a:r>
          </a:p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python -m pip install -e .</a:t>
            </a:r>
          </a:p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qpot demo install tres-picos</a:t>
            </a:r>
          </a:p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qpot verify --n-states 6</a:t>
            </a:r>
          </a:p>
          <a:p xmlns:a="http://schemas.openxmlformats.org/drawingml/2006/main">
            <a:pPr algn="l">
              <a:defRPr sz="1875" b="0">
                <a:solidFill>
                  <a:srgbClr val="E8F3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E8F3FF"/>
                </a:solidFill>
                <a:latin typeface="Menlo"/>
                <a:ea typeface="Menlo"/>
                <a:cs typeface="Menlo"/>
              </a:rPr>
              <a:t>qpot ui --port 8509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23BE-002F-44D2-AB9D-0454B02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00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Qué se muestra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056B-B166-4C90-959B-A21B7AC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30396-23E5-4D77-9172-7A331362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Proyecto independiente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1CC68-3589-4DBF-9155-8CE9F415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C4BBD-6E60-4892-B236-CB833530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Parámetros con unidades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2A853-60EB-4047-B389-3BFAD068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18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4CF3D-653A-4A2C-86BC-5D6C2FD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Render y estados ligados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FA5FC-EC66-47D9-851F-9D56464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57907-987D-4777-AB61-8FDC0FA8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Convergencia y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9E273-D5C5-43CA-B946-B9CBF8D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9D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76EDC-4131-4359-A652-6E6D2FC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Preparación para COMSOL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97D61-0939-4250-ABB5-7B672431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083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09C7A-DF1A-4C42-8EAA-037A59D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42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Conclusión: la herramienta no premia una figura compleja; exige demostrar qué detalle geométrico cambia el observable.</a:t>
            </a:r>
          </a:p>
        </p:txBody>
      </p:sp>
    </p:spTree>
    <p:extLst>
      <p:ext uri="{BB962C8B-B14F-4D97-AF65-F5344CB8AC3E}">
        <p14:creationId xmlns:p14="http://schemas.microsoft.com/office/powerpoint/2010/main" val="1557657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2026-07-17T16:54:34.0050000Z</dcterms:created>
  <dcterms:modified xsi:type="dcterms:W3CDTF">2026-07-17T16:54:34.0050000Z</dcterms:modified>
</coreProperties>
</file>